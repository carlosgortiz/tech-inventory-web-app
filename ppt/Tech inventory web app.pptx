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Source Code Pro"/>
      <p:regular r:id="rId22"/>
      <p:bold r:id="rId23"/>
      <p:italic r:id="rId24"/>
      <p:boldItalic r:id="rId25"/>
    </p:embeddedFont>
    <p:embeddedFont>
      <p:font typeface="Maven Pro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regular.fntdata"/><Relationship Id="rId25" Type="http://schemas.openxmlformats.org/officeDocument/2006/relationships/font" Target="fonts/SourceCodePro-boldItalic.fntdata"/><Relationship Id="rId27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7ae587676b_0_4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7ae587676b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7ae587676b_0_4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7ae587676b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c6f80d1f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c6f80d1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7ae587676b_0_4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7ae587676b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d29567dfb6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d29567dfb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7ae587676b_5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7ae587676b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7ae587676b_0_4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7ae587676b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c6f80d1ff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c6f80d1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cffd9acd1f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cffd9acd1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techinven.herokuapp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09576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Tech inventory web app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90600" y="28421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Bootcamp Web Developer Tecnológico de Monterrey</a:t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6638450" y="3692950"/>
            <a:ext cx="210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Carlos Ortiz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David Morales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Dora E. Recio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Julio C. Del Angel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Discurso de venta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460550" y="1597875"/>
            <a:ext cx="6222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s" sz="1200">
                <a:latin typeface="Arial"/>
                <a:ea typeface="Arial"/>
                <a:cs typeface="Arial"/>
                <a:sym typeface="Arial"/>
              </a:rPr>
              <a:t>Los costos de administración suman.</a:t>
            </a:r>
            <a:r>
              <a:rPr lang="es" sz="1200">
                <a:latin typeface="Arial"/>
                <a:ea typeface="Arial"/>
                <a:cs typeface="Arial"/>
                <a:sym typeface="Arial"/>
              </a:rPr>
              <a:t> Tener un exceso de inventario te ocasiona costos en temas de espacio y seguridad de estos.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s" sz="1200">
                <a:latin typeface="Arial"/>
                <a:ea typeface="Arial"/>
                <a:cs typeface="Arial"/>
                <a:sym typeface="Arial"/>
              </a:rPr>
              <a:t>Tus competidores probablemente ya lo están haciendo.</a:t>
            </a:r>
            <a:r>
              <a:rPr lang="es" sz="1200">
                <a:latin typeface="Arial"/>
                <a:ea typeface="Arial"/>
                <a:cs typeface="Arial"/>
                <a:sym typeface="Arial"/>
              </a:rPr>
              <a:t> El software de administración se está volviendo mucho más común entre pequeñas y medianas empresas. No pierdas competitividad y moderniza la operación de tu PYME.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Arial"/>
              <a:buChar char="●"/>
            </a:pPr>
            <a:r>
              <a:rPr b="1" lang="es" sz="1200">
                <a:latin typeface="Arial"/>
                <a:ea typeface="Arial"/>
                <a:cs typeface="Arial"/>
                <a:sym typeface="Arial"/>
              </a:rPr>
              <a:t> Sin un sistema de administración, el crecimiento de tu empresa estará limitado.</a:t>
            </a:r>
            <a:r>
              <a:rPr lang="es" sz="1200">
                <a:latin typeface="Arial"/>
                <a:ea typeface="Arial"/>
                <a:cs typeface="Arial"/>
                <a:sym typeface="Arial"/>
              </a:rPr>
              <a:t> Haz todo lo posible por llevar el control de inventario por medio de un software, de tal manera que puedas automatizar los controles y estar preparado para crecer.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838050" y="1349875"/>
            <a:ext cx="7467900" cy="33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Descripción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aplicación web que permite la administración del inventario de hardware y software al cliente, utilizando usuarios sesionados para registrar los datos de los mismos, así como sus proveedores. Además puede actualizar y eliminar registros, según la necesidad del mismo cliente.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Motivación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Surge de la necesidad de una aplicación no centralizada, optimizada y responsiva, que sea accesible desde cualquier dispositivo conectado a la red, para el control y manejo de inventarios en empresas pequeñas a medianas.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 la necesidad de conocer la cartera de proveedores que suministran hardware y software.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 (Cont.)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838050" y="1349875"/>
            <a:ext cx="7467900" cy="3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Justificación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Falta de seguimiento a la garantía de los equipos.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Precario seguimiento </a:t>
            </a: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 la vigencia</a:t>
            </a: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de licencias de software.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Altos costos por mala administración del inventario en general.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Beneficios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Optimización de gestión de garantías y licencias.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Mejora del proceso administrativo para solicitud de requerimientos a proveedores.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Mayor control de inventario e información actualizada y centralizada.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Mejora de interfaz y experiencia de usuario. </a:t>
            </a:r>
            <a:endParaRPr sz="1200">
              <a:solidFill>
                <a:srgbClr val="202124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Google Shape;302;p17"/>
          <p:cNvCxnSpPr/>
          <p:nvPr/>
        </p:nvCxnSpPr>
        <p:spPr>
          <a:xfrm>
            <a:off x="-6875" y="2900700"/>
            <a:ext cx="915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7"/>
          <p:cNvSpPr/>
          <p:nvPr/>
        </p:nvSpPr>
        <p:spPr>
          <a:xfrm>
            <a:off x="421175" y="2235651"/>
            <a:ext cx="1401000" cy="1418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368375" y="2640950"/>
            <a:ext cx="1506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Identificar área de oportunidad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2253122" y="1423415"/>
            <a:ext cx="2954700" cy="295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2253125" y="2596750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Análisis y diseño de solución</a:t>
            </a:r>
            <a:endParaRPr sz="27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5709626" y="2147440"/>
            <a:ext cx="1506600" cy="1506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5648025" y="2571750"/>
            <a:ext cx="16302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Planteamiento y desarrollo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7718075" y="2394625"/>
            <a:ext cx="1091400" cy="105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7675025" y="2571750"/>
            <a:ext cx="1177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Pruebas y despliegue</a:t>
            </a:r>
            <a:endParaRPr sz="13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>
            <p:ph type="title"/>
          </p:nvPr>
        </p:nvSpPr>
        <p:spPr>
          <a:xfrm>
            <a:off x="1303800" y="598575"/>
            <a:ext cx="55542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Historias de usuario</a:t>
            </a:r>
            <a:endParaRPr/>
          </a:p>
        </p:txBody>
      </p:sp>
      <p:sp>
        <p:nvSpPr>
          <p:cNvPr id="316" name="Google Shape;316;p18"/>
          <p:cNvSpPr txBox="1"/>
          <p:nvPr>
            <p:ph idx="1" type="body"/>
          </p:nvPr>
        </p:nvSpPr>
        <p:spPr>
          <a:xfrm>
            <a:off x="884200" y="1260925"/>
            <a:ext cx="7968900" cy="3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una empresa 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tecnológica.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Quiero una aplicación web que me permita registrar el hardware y software de la compañía.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llevar a cabo la administración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los mismos.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una empresa 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tecnológica.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Quiero poder 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acceder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 portal sólo con usuarios registrados y autenticados.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tener seguridad de la información almacenada.</a:t>
            </a:r>
            <a:endParaRPr baseline="3000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una empresa 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tecnológica.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Quiero un portal que me ayude a visualizar la 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garantía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 hardware.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programar reparaciones de los equipos con proveedor.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una empresa 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tecnológica.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Quiero un portal que me ayude a visualizar las licencias de software.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poder realizar la 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renovación</a:t>
            </a: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licencias a tiempo.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/>
          <p:nvPr>
            <p:ph type="title"/>
          </p:nvPr>
        </p:nvSpPr>
        <p:spPr>
          <a:xfrm>
            <a:off x="1303800" y="598575"/>
            <a:ext cx="70020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</a:t>
            </a:r>
            <a:endParaRPr/>
          </a:p>
        </p:txBody>
      </p:sp>
      <p:sp>
        <p:nvSpPr>
          <p:cNvPr id="322" name="Google Shape;322;p19"/>
          <p:cNvSpPr txBox="1"/>
          <p:nvPr>
            <p:ph idx="1" type="body"/>
          </p:nvPr>
        </p:nvSpPr>
        <p:spPr>
          <a:xfrm>
            <a:off x="838050" y="1306275"/>
            <a:ext cx="7467900" cy="3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02124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Tecnologías utilizadas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HTML, Bootstrap y JavaScript. 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bcrypt-5.1.0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connect-session-sequelize-7.1.5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dotenv-16.0.3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express-4.18.2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express-handlebars-6.0.6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express-session-handlebars-1.17.3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mysql2-2.2.5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sequelize-6.26.0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morgan-1.10.0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>
            <p:ph type="title"/>
          </p:nvPr>
        </p:nvSpPr>
        <p:spPr>
          <a:xfrm>
            <a:off x="1303800" y="598575"/>
            <a:ext cx="70020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(Cont.)</a:t>
            </a:r>
            <a:endParaRPr/>
          </a:p>
        </p:txBody>
      </p:sp>
      <p:sp>
        <p:nvSpPr>
          <p:cNvPr id="328" name="Google Shape;328;p20"/>
          <p:cNvSpPr txBox="1"/>
          <p:nvPr>
            <p:ph idx="1" type="body"/>
          </p:nvPr>
        </p:nvSpPr>
        <p:spPr>
          <a:xfrm>
            <a:off x="838050" y="1306275"/>
            <a:ext cx="7467900" cy="36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Detalles de tareas y funciones. 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Revisión de código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Muestra de funcionalidad. 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900" y="1605944"/>
            <a:ext cx="4359227" cy="2195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775" y="2571750"/>
            <a:ext cx="4359224" cy="220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/>
          <p:nvPr>
            <p:ph idx="1" type="body"/>
          </p:nvPr>
        </p:nvSpPr>
        <p:spPr>
          <a:xfrm>
            <a:off x="838050" y="1349875"/>
            <a:ext cx="7467900" cy="3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Desafíos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Resolución de conflictos en la integración. 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Relaciones de sequelize (uno a muchos, muchos a muchos, etc.)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Alineación de conceptos del proyecto. 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Sintaxis, estilos.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Despliegue.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1"/>
          <p:cNvSpPr txBox="1"/>
          <p:nvPr>
            <p:ph type="title"/>
          </p:nvPr>
        </p:nvSpPr>
        <p:spPr>
          <a:xfrm>
            <a:off x="1303800" y="598575"/>
            <a:ext cx="7002000" cy="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(Cont.)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"/>
          <p:cNvSpPr txBox="1"/>
          <p:nvPr>
            <p:ph idx="1" type="body"/>
          </p:nvPr>
        </p:nvSpPr>
        <p:spPr>
          <a:xfrm>
            <a:off x="838050" y="1349875"/>
            <a:ext cx="7467900" cy="3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Éxitos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full stack</a:t>
            </a: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Inclusión de nuevas tecnologías.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Resolución de conflictos.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Unificación de ideas. 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02124"/>
              </a:buClr>
              <a:buSzPts val="1200"/>
              <a:buFont typeface="Arial"/>
              <a:buChar char="○"/>
            </a:pPr>
            <a:r>
              <a:rPr lang="es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Trabajo en equipo. </a:t>
            </a:r>
            <a:endParaRPr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2"/>
          <p:cNvSpPr txBox="1"/>
          <p:nvPr>
            <p:ph type="title"/>
          </p:nvPr>
        </p:nvSpPr>
        <p:spPr>
          <a:xfrm>
            <a:off x="1303800" y="598575"/>
            <a:ext cx="7002000" cy="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(Cont.)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Demostración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4"/>
          <p:cNvSpPr txBox="1"/>
          <p:nvPr>
            <p:ph type="title"/>
          </p:nvPr>
        </p:nvSpPr>
        <p:spPr>
          <a:xfrm>
            <a:off x="1303800" y="598575"/>
            <a:ext cx="62190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Enlaces</a:t>
            </a:r>
            <a:endParaRPr/>
          </a:p>
        </p:txBody>
      </p:sp>
      <p:sp>
        <p:nvSpPr>
          <p:cNvPr id="353" name="Google Shape;353;p24"/>
          <p:cNvSpPr txBox="1"/>
          <p:nvPr>
            <p:ph idx="1" type="body"/>
          </p:nvPr>
        </p:nvSpPr>
        <p:spPr>
          <a:xfrm>
            <a:off x="884200" y="1296475"/>
            <a:ext cx="7968900" cy="3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Aplicación desplegada.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https://techinven.herokuapp.com/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